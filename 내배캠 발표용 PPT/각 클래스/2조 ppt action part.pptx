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58AEA1-474D-4A29-AD4C-476D9E1573A3}" v="1" dt="2026-01-07T02:29:16.7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호승 정" userId="9ad1ddbc5ba3986e" providerId="LiveId" clId="{257D7C73-5D35-41EC-89FC-D75371FF4AE2}"/>
    <pc:docChg chg="custSel modSld">
      <pc:chgData name="호승 정" userId="9ad1ddbc5ba3986e" providerId="LiveId" clId="{257D7C73-5D35-41EC-89FC-D75371FF4AE2}" dt="2026-01-07T02:29:32.476" v="209" actId="14100"/>
      <pc:docMkLst>
        <pc:docMk/>
      </pc:docMkLst>
      <pc:sldChg chg="addSp modSp mod">
        <pc:chgData name="호승 정" userId="9ad1ddbc5ba3986e" providerId="LiveId" clId="{257D7C73-5D35-41EC-89FC-D75371FF4AE2}" dt="2026-01-07T02:29:32.476" v="209" actId="14100"/>
        <pc:sldMkLst>
          <pc:docMk/>
          <pc:sldMk cId="0" sldId="256"/>
        </pc:sldMkLst>
        <pc:spChg chg="mod">
          <ac:chgData name="호승 정" userId="9ad1ddbc5ba3986e" providerId="LiveId" clId="{257D7C73-5D35-41EC-89FC-D75371FF4AE2}" dt="2026-01-07T02:27:10.310" v="12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호승 정" userId="9ad1ddbc5ba3986e" providerId="LiveId" clId="{257D7C73-5D35-41EC-89FC-D75371FF4AE2}" dt="2026-01-07T02:29:32.476" v="209" actId="14100"/>
          <ac:spMkLst>
            <pc:docMk/>
            <pc:sldMk cId="0" sldId="256"/>
            <ac:spMk id="3" creationId="{00000000-0000-0000-0000-000000000000}"/>
          </ac:spMkLst>
        </pc:spChg>
        <pc:picChg chg="add mod">
          <ac:chgData name="호승 정" userId="9ad1ddbc5ba3986e" providerId="LiveId" clId="{257D7C73-5D35-41EC-89FC-D75371FF4AE2}" dt="2026-01-07T02:29:24.378" v="208" actId="1076"/>
          <ac:picMkLst>
            <pc:docMk/>
            <pc:sldMk cId="0" sldId="256"/>
            <ac:picMk id="5" creationId="{1151559F-20D1-EA4F-BCDF-81C0176AFFA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903694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800" dirty="0">
                <a:solidFill>
                  <a:srgbClr val="C5C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Attack</a:t>
            </a:r>
            <a:r>
              <a:rPr 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sz="1800" dirty="0">
                <a:solidFill>
                  <a:srgbClr val="00B05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Creature</a:t>
            </a:r>
            <a:r>
              <a:rPr 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target</a:t>
            </a:r>
            <a:r>
              <a:rPr 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endParaRPr lang="en-US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Owner_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</a:t>
            </a:r>
            <a:r>
              <a:rPr lang="en-US" altLang="ko-KR" sz="1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target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있는지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죽었는지</a:t>
            </a:r>
            <a:r>
              <a:rPr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확인</a:t>
            </a:r>
            <a:r>
              <a:rPr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후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target</a:t>
            </a:r>
            <a:r>
              <a:rPr 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</a:t>
            </a:r>
            <a:r>
              <a:rPr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Damage </a:t>
            </a:r>
            <a:r>
              <a:rPr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적용</a:t>
            </a:r>
            <a:r>
              <a:rPr 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owner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target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구분하여 로그를 출력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51559F-20D1-EA4F-BCDF-81C0176AF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562" y="1301750"/>
            <a:ext cx="3078238" cy="533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33</Words>
  <Application>Microsoft Office PowerPoint</Application>
  <PresentationFormat>화면 슬라이드 쇼(4:3)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나눔고딕</vt:lpstr>
      <vt:lpstr>Arial</vt:lpstr>
      <vt:lpstr>Calibri</vt:lpstr>
      <vt:lpstr>Office Theme</vt:lpstr>
      <vt:lpstr>Action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Action</dc:title>
  <dc:subject/>
  <dc:creator/>
  <cp:keywords/>
  <dc:description>generated using python-pptx</dc:description>
  <cp:lastModifiedBy>HyeongBaek KIM</cp:lastModifiedBy>
  <cp:revision>2</cp:revision>
  <dcterms:created xsi:type="dcterms:W3CDTF">2013-01-27T09:14:16Z</dcterms:created>
  <dcterms:modified xsi:type="dcterms:W3CDTF">2026-01-07T03:16:22Z</dcterms:modified>
  <cp:category/>
</cp:coreProperties>
</file>