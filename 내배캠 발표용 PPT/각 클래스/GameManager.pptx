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84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248f1054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248f1054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248f1054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248f1054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48f1054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48f1054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764587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59700" y="90475"/>
            <a:ext cx="24660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GameManager.cpp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728447" y="1002104"/>
            <a:ext cx="3193677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RUN()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게임의 전체적인 흐름을 </a:t>
            </a:r>
            <a:endParaRPr lang="en-US" altLang="ko"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담당하는 부분입니다.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while문으로 게임 루프를 반복하고 </a:t>
            </a:r>
            <a:endParaRPr lang="en-US" altLang="ko" sz="16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특정 조건이 될 때까지 배틀을 진행하게끔 설계하였습니다.</a:t>
            </a:r>
            <a:endParaRPr sz="16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게임에서 지거나 보스를 </a:t>
            </a:r>
            <a:endParaRPr lang="en-US" altLang="ko"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처리하면 플레이어와 몬스터를 메모리 해제하여 처음으로 </a:t>
            </a:r>
            <a:endParaRPr lang="en-US" altLang="ko"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돌아가게 되어있습니다.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04985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339925" y="521050"/>
            <a:ext cx="25575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Run()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MENU </a:t>
            </a:r>
            <a:r>
              <a:rPr lang="ko-KR" altLang="en-US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endParaRPr lang="en-US" altLang="ko-KR"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"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배틀이 끝나고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인벤토리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포인트샵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다음 전투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선택할 수 있게 하였습니다. 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45552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813325" y="638475"/>
            <a:ext cx="3483900" cy="21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Battle()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"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랜덤으로 몬스터를 스폰하고 플레이어도 몬스터도 생존시 플레이어는 아이템을 랜덤으로 사용합니다. 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이후 턴제로 공격을 가합니다.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267802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5054509" y="719938"/>
            <a:ext cx="4277750" cy="23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Battle()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"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레벨 10이 되면 보스몬스터가 출현합니다.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전투에서 생존했다면 게임이 종료되고 </a:t>
            </a:r>
            <a:endParaRPr lang="en-US" altLang="ko"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다시 시작할 지를 선택할 수 있습니다.</a:t>
            </a:r>
            <a:endParaRPr sz="1800" dirty="0">
              <a:solidFill>
                <a:schemeClr val="dk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</Words>
  <Application>Microsoft Office PowerPoint</Application>
  <PresentationFormat>화면 슬라이드 쇼(16:9)</PresentationFormat>
  <Paragraphs>33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나눔고딕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HyeongBaek KIM</cp:lastModifiedBy>
  <cp:revision>2</cp:revision>
  <dcterms:modified xsi:type="dcterms:W3CDTF">2026-01-07T03:16:16Z</dcterms:modified>
</cp:coreProperties>
</file>